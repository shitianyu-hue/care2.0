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017d33f404087" /><Relationship Type="http://schemas.openxmlformats.org/officeDocument/2006/relationships/extended-properties" Target="/docProps/app.xml" Id="R8bec015c99644e2f" /><Relationship Type="http://schemas.openxmlformats.org/officeDocument/2006/relationships/officeDocument" Target="/ppt/presentation.xml" Id="R0da712acb4c14b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94c81234e84037"/>
  </p:sldMasterIdLst>
  <p:notesMasterIdLst>
    <p:notesMasterId xmlns:r="http://schemas.openxmlformats.org/officeDocument/2006/relationships" r:id="R56d78e29f4314b94"/>
  </p:notesMasterIdLst>
  <p:sldIdLst>
    <p:sldId xmlns:r="http://schemas.openxmlformats.org/officeDocument/2006/relationships" id="256" r:id="R822cd5d5fa874190"/>
    <p:sldId xmlns:r="http://schemas.openxmlformats.org/officeDocument/2006/relationships" id="257" r:id="R21d8a5f0df8940f7"/>
    <p:sldId xmlns:r="http://schemas.openxmlformats.org/officeDocument/2006/relationships" id="258" r:id="Ra3b0814e74b44a81"/>
    <p:sldId xmlns:r="http://schemas.openxmlformats.org/officeDocument/2006/relationships" id="259" r:id="R01b5825892c2431d"/>
    <p:sldId xmlns:r="http://schemas.openxmlformats.org/officeDocument/2006/relationships" id="260" r:id="R7ecff02788fd4ae1"/>
    <p:sldId xmlns:r="http://schemas.openxmlformats.org/officeDocument/2006/relationships" id="261" r:id="R4f24516b757c46bb"/>
    <p:sldId xmlns:r="http://schemas.openxmlformats.org/officeDocument/2006/relationships" id="262" r:id="R9bd792387e40491c"/>
    <p:sldId xmlns:r="http://schemas.openxmlformats.org/officeDocument/2006/relationships" id="263" r:id="R66e993be55544177"/>
    <p:sldId xmlns:r="http://schemas.openxmlformats.org/officeDocument/2006/relationships" id="264" r:id="Rced3db1bace9411e"/>
    <p:sldId xmlns:r="http://schemas.openxmlformats.org/officeDocument/2006/relationships" id="265" r:id="R79d29986ff1f40e6"/>
    <p:sldId xmlns:r="http://schemas.openxmlformats.org/officeDocument/2006/relationships" id="266" r:id="R5b7c95514cf746d4"/>
    <p:sldId xmlns:r="http://schemas.openxmlformats.org/officeDocument/2006/relationships" id="267" r:id="Ra64cbaed803e41ac"/>
    <p:sldId xmlns:r="http://schemas.openxmlformats.org/officeDocument/2006/relationships" id="268" r:id="R7af949a1715142a8"/>
    <p:sldId xmlns:r="http://schemas.openxmlformats.org/officeDocument/2006/relationships" id="269" r:id="Rd3c7e018e33b4f89"/>
    <p:sldId xmlns:r="http://schemas.openxmlformats.org/officeDocument/2006/relationships" id="270" r:id="Rb06acd3b3b8b40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b074a3419f4c8f" /><Relationship Type="http://schemas.openxmlformats.org/officeDocument/2006/relationships/slideMaster" Target="/ppt/slideMasters/slideMaster1.xml" Id="R7b94c81234e84037" /><Relationship Type="http://schemas.openxmlformats.org/officeDocument/2006/relationships/notesMaster" Target="/ppt/notesMasters/notesMaster1.xml" Id="R56d78e29f4314b94" /><Relationship Type="http://schemas.openxmlformats.org/officeDocument/2006/relationships/presProps" Target="/ppt/presProps.xml" Id="R6eb92b45d7a34860" /><Relationship Type="http://schemas.openxmlformats.org/officeDocument/2006/relationships/tableStyles" Target="/ppt/tableStyles.xml" Id="R0aac30d146ab4237" /><Relationship Type="http://schemas.openxmlformats.org/officeDocument/2006/relationships/slide" Target="/ppt/slides/slide1.xml" Id="R822cd5d5fa874190" /><Relationship Type="http://schemas.openxmlformats.org/officeDocument/2006/relationships/slide" Target="/ppt/slides/slide2.xml" Id="R21d8a5f0df8940f7" /><Relationship Type="http://schemas.openxmlformats.org/officeDocument/2006/relationships/slide" Target="/ppt/slides/slide3.xml" Id="Ra3b0814e74b44a81" /><Relationship Type="http://schemas.openxmlformats.org/officeDocument/2006/relationships/slide" Target="/ppt/slides/slide4.xml" Id="R01b5825892c2431d" /><Relationship Type="http://schemas.openxmlformats.org/officeDocument/2006/relationships/slide" Target="/ppt/slides/slide5.xml" Id="R7ecff02788fd4ae1" /><Relationship Type="http://schemas.openxmlformats.org/officeDocument/2006/relationships/slide" Target="/ppt/slides/slide6.xml" Id="R4f24516b757c46bb" /><Relationship Type="http://schemas.openxmlformats.org/officeDocument/2006/relationships/slide" Target="/ppt/slides/slide7.xml" Id="R9bd792387e40491c" /><Relationship Type="http://schemas.openxmlformats.org/officeDocument/2006/relationships/slide" Target="/ppt/slides/slide8.xml" Id="R66e993be55544177" /><Relationship Type="http://schemas.openxmlformats.org/officeDocument/2006/relationships/slide" Target="/ppt/slides/slide9.xml" Id="Rced3db1bace9411e" /><Relationship Type="http://schemas.openxmlformats.org/officeDocument/2006/relationships/slide" Target="/ppt/slides/slide10.xml" Id="R79d29986ff1f40e6" /><Relationship Type="http://schemas.openxmlformats.org/officeDocument/2006/relationships/slide" Target="/ppt/slides/slide11.xml" Id="R5b7c95514cf746d4" /><Relationship Type="http://schemas.openxmlformats.org/officeDocument/2006/relationships/slide" Target="/ppt/slides/slide12.xml" Id="Ra64cbaed803e41ac" /><Relationship Type="http://schemas.openxmlformats.org/officeDocument/2006/relationships/slide" Target="/ppt/slides/slide13.xml" Id="R7af949a1715142a8" /><Relationship Type="http://schemas.openxmlformats.org/officeDocument/2006/relationships/slide" Target="/ppt/slides/slide14.xml" Id="Rd3c7e018e33b4f89" /><Relationship Type="http://schemas.openxmlformats.org/officeDocument/2006/relationships/slide" Target="/ppt/slides/slide15.xml" Id="Rb06acd3b3b8b40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03d2387ccf44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c5f314a1784064" /><Relationship Type="http://schemas.openxmlformats.org/officeDocument/2006/relationships/notesMaster" Target="/ppt/notesMasters/notesMaster1.xml" Id="Rcfcfbb86d32644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37e71941c54a3f" /><Relationship Type="http://schemas.openxmlformats.org/officeDocument/2006/relationships/notesMaster" Target="/ppt/notesMasters/notesMaster1.xml" Id="R95a3155b499243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8cc4e21d9e44be" /><Relationship Type="http://schemas.openxmlformats.org/officeDocument/2006/relationships/notesMaster" Target="/ppt/notesMasters/notesMaster1.xml" Id="R0a377dee097245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85a89fc0aa449d" /><Relationship Type="http://schemas.openxmlformats.org/officeDocument/2006/relationships/notesMaster" Target="/ppt/notesMasters/notesMaster1.xml" Id="R68c188d028e548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474338c4484c97" /><Relationship Type="http://schemas.openxmlformats.org/officeDocument/2006/relationships/notesMaster" Target="/ppt/notesMasters/notesMaster1.xml" Id="R5e3733b945ea47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f18321436b4510" /><Relationship Type="http://schemas.openxmlformats.org/officeDocument/2006/relationships/notesMaster" Target="/ppt/notesMasters/notesMaster1.xml" Id="Rcfa030903ebc4c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fbfdc9dcd54ff7" /><Relationship Type="http://schemas.openxmlformats.org/officeDocument/2006/relationships/notesMaster" Target="/ppt/notesMasters/notesMaster1.xml" Id="Ree1019aef34a4b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3f9973878d40fe" /><Relationship Type="http://schemas.openxmlformats.org/officeDocument/2006/relationships/notesMaster" Target="/ppt/notesMasters/notesMaster1.xml" Id="R4733b613b72043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b1b073150044be" /><Relationship Type="http://schemas.openxmlformats.org/officeDocument/2006/relationships/notesMaster" Target="/ppt/notesMasters/notesMaster1.xml" Id="R1f6b505abba145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9ac6d7023c4b6e" /><Relationship Type="http://schemas.openxmlformats.org/officeDocument/2006/relationships/notesMaster" Target="/ppt/notesMasters/notesMaster1.xml" Id="Rd191fa763f1148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c0d7b5da784d16" /><Relationship Type="http://schemas.openxmlformats.org/officeDocument/2006/relationships/notesMaster" Target="/ppt/notesMasters/notesMaster1.xml" Id="Rb8d673188d7148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464044b73d4e9d" /><Relationship Type="http://schemas.openxmlformats.org/officeDocument/2006/relationships/notesMaster" Target="/ppt/notesMasters/notesMaster1.xml" Id="R212263fba44145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1fdb046e1e4d21" /><Relationship Type="http://schemas.openxmlformats.org/officeDocument/2006/relationships/notesMaster" Target="/ppt/notesMasters/notesMaster1.xml" Id="R47de681d72584b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5de1c421714b16" /><Relationship Type="http://schemas.openxmlformats.org/officeDocument/2006/relationships/notesMaster" Target="/ppt/notesMasters/notesMaster1.xml" Id="Rc40827df010f4f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d33d33ed9a4f26" /><Relationship Type="http://schemas.openxmlformats.org/officeDocument/2006/relationships/notesMaster" Target="/ppt/notesMasters/notesMaster1.xml" Id="R39efc462410e4c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的主线不是让大模型持续接管数值优化，而是让它把 source evidence 编译成可检查、可执行、可拒绝的迁移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LLM 读取旧任务证据和新任务的公开 schema，提出规则特征、先验方向和搜索策略。Strict compiler 先检查字段和值是否存在，calibration split 再决定 skill 是否值得部署；冻结后由 target optimizer 在真实预算内执行。这样，LLM 提供语义和假设，GP 提供稳定的数值优化，失败 skill 可以被拒绝并保留审计记录。在线 proposer/critic 仍然存在，但首批真实 pilot 没有改变 GP rank 1，因此目前是探索模块，不是论文主贡献。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  <a:p xmlns:a="http://schemas.openxmlformats.org/drawingml/2006/main">
            <a:r>
              <a:t>- experiments/care_replay/scripts/generate_llm_semantic_skills.py</a:t>
            </a:r>
          </a:p>
          <a:p xmlns:a="http://schemas.openxmlformats.org/drawingml/2006/main">
            <a:r>
              <a:t>- experiments/care_replay/scripts/run_calibrated_llm_semantic_selector.py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 11 路线中，在线 LLM 相对同开局 target-only GP 的平均 best-so-far AUC 增益为 +1.753，6 胜、2 平、3 负；完整 17 路线盘点后均值降为 +0.762。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11 路线的 route-bootstrap 区间为 [+0.415,+3.315]，但符号检验 p=0.5078，而且每条路线只有一条在线轨迹。纳入仓库中 6 条更早的负向或持平路线后，17 路线区间为 [-0.501,+2.091]，再次跨过 0。因此我们把“冻结子集上的平均正向信号”和“所有历史路线尚未确认普遍提升”同时展示，避免路线选择偏差。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这页展示在线 proposer/critic 控制器，但它现在是被审计的探索模块，不是已确认的主方法。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候选菜单包含 target GP 高分点、source prior 支持点、共识点和覆盖点。Proposer 更新可证伪假设并提议一个实验；Critic 可以接受、退回 GP rank 1 或改选。历史完整在线版本允许 LLM 在十轮都有最终选择权，但分离路线表现不稳。Bounded pilot 因此只允许第一轮 LLM 决策，后九轮交回 target GP。首批六条真实调用中，LLM 六次都选择 GP rank 1，说明它输出了结构化判断，却没有产生 action change。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增量，并把 RGPE 与 multitask GP 扩展到冻结的全部 11 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所有方法使用完全相同的三个初始 target 观测、候选空间和 10 轮预算。固定 comparator 规则为：单 source 用 RGPE，多 source 用 multisource RGPE。在线 LLM 相对 target GP 平均 +1.753，相对固定 RGPE 平均 +3.229，但后者区间跨 0。若在每条路线看完结果后选最强 baseline，LLM 平均为 -0.550，只取得 3 胜、1 平、7 负。这个 oracle 诊断不是公平的预先选型主结果，但它清楚说明当前 LLM 还不是多数路线上的最强优化器。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真实路线结果高度异质，LLM 相对 no-transfer 更有优势，但没有稳定压过经典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圆点表示在线 LLM 相对同开局 target-only GP-UCB 的 best-so-far AUC 差值；方块表示相对固定 RGPE 规则的差值。正值表示 LLM 更早找到好条件，负值表示更慢。11 条路线中，相对 target GP 为 6 胜、2 平、3 负；相对固定 RGPE 为 6 胜、1 平、4 负。最大的正向包括 expt gap→dielectric 和 FreeSolv→Lipophilicity，但若每条路线事后选择最强 baseline，LLM 只取得 3 胜、1 平、7 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experiments/care_replay/results/2026-08-23-llm-trajectory-stability-audit/paired_route_stability.csv</a:t>
            </a:r>
          </a:p>
          <a:p xmlns:a="http://schemas.openxmlformats.org/drawingml/2006/main">
            <a:r>
              <a:t>- experiments/care_replay/results/2026-08-23-llm-trajectory-stability-audit/paired_route_stability.svg</a:t>
            </a:r>
          </a:p>
          <a:p xmlns:a="http://schemas.openxmlformats.org/drawingml/2006/main">
            <a:r>
              <a:t>- 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这页重新排列证据层级：LLM 编译可执行 skill 是当前主贡献，在线候选选择仍是探索模块。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现有最扎实的 LLM 证据来自 frozen semantic-skill compiler。LLM 读取 source evidence 和 target public schema，生成规则特征、先验方向与 acquisition schedule；strict compiler 检查字段和值，calibration split 决定是否部署，held-out replay 不再调用 LLM。相对 strongest target-only anchor，FreeSolv、Buchwald-Hartwig 和 Matbench band gap 的 AUC 分别提高 +1.384、+2.859 和 +5.930。schedule-only 与 no-prior 同 seed 消融说明 semantic representation 和 prior direction 都有独立贡献；ChemLex 的负结果没有被提升为确认结论。相反，首批六条真实在线轨迹全部选择 GP rank 1，在线增量为 0。因此不能把“模型有回复”当作“模型改变了实验”。论文主线应聚焦 LLM 编译的可执行 skill，在线 proposer/critic 只作为仍待验证的假设修订与 abstention 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下一步不是继续堆在线调用，而是先证明 LLM 的输出确实改变动作，并把 semantic skill 放到新任务上做冻结验证。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在线 pilot 的 6 个成功调用共消耗 99,243 tokens，但 6 次都选择 GP rank 1，说明直接扩成 180 次只会高成本重复无决策影响的策略。该启动还保留了一次 inactive-key 的 pre-response 失败，按冻结 retry semantics 已经无法满足原来的完整确认条件。下一步先只在 development routes 上开发 challenger 或 semantic skill policy，要求出现非零且有益的 action change；随后在新任务上冻结 skill、compiler、数据 split、baseline 和统计口径，再开始 disjoint evaluation。与此同时必须补 RGPE、multitask GP 等同预算强 baseline、source evidence / semantic rule / prior / critic 的同 seed 消融，以及至少一条 prospective wet-lab campaign。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experiments/care_replay/results/2026-08-24-online-llm-bounded-authority-route-disjoint-confirmation-v1/pilot_audit/PILOT_RESULTS.md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这页回答一个更基本的问题：在线 LLM 真实调用后，是否改变了实验选择。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左图的橙色刻线表示在线 LLM 相对同开局 target-only GP 的 AUC 差值，六条路线全部为 0；蓝色条表示包含 LLM initial design 的 complete system 相对固定 initial design，三条正向、一条持平、两条负向，平均 -0.0087。右图直接检查行为：6 次都选择 GP rank 1，非 GP override 为 0，critic 改选为 0；其中 3 次文字上保留 source transfer，但并没有改变候选。六条成功轨迹共使用 99,243 tokens，单轮 authority limit 避免了 108 次后续名义调用。这证明 bounded authority 能省调用，却还不能证明在线 LLM 提高性能。当前需要优化的是 decision mechanism，不是继续增加相同调用次数。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experiments/care_replay/scripts/build_online_llm_decision_impact_audit.py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experiments/care_replay/results/2026-08-24-online-llm-bounded-authority-route-disjoint-confirmation-v1/pilot_audit/route_decision_metrics.csv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93ce07f95045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0fefff39b64738" /><Relationship Type="http://schemas.openxmlformats.org/officeDocument/2006/relationships/slideLayout" Target="/ppt/slideLayouts/slideLayout1.xml" Id="R9292690611cd47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92690611cd47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9444e3996448f" /><Relationship Type="http://schemas.openxmlformats.org/officeDocument/2006/relationships/notesSlide" Target="/ppt/notesSlides/notesSlide1.xml" Id="R094e4dbbbbe44a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cd86460c44217" /><Relationship Type="http://schemas.openxmlformats.org/officeDocument/2006/relationships/notesSlide" Target="/ppt/notesSlides/notesSlide2.xml" Id="R49f2efc688db4e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8c48ca3434bf2" /><Relationship Type="http://schemas.openxmlformats.org/officeDocument/2006/relationships/notesSlide" Target="/ppt/notesSlides/notesSlide3.xml" Id="R78825819f1974d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40a4fd12f4666" /><Relationship Type="http://schemas.openxmlformats.org/officeDocument/2006/relationships/notesSlide" Target="/ppt/notesSlides/notesSlide4.xml" Id="R22df83c25d9a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af16584914f0a" /><Relationship Type="http://schemas.openxmlformats.org/officeDocument/2006/relationships/notesSlide" Target="/ppt/notesSlides/notesSlide5.xml" Id="Rd53687a787e646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5bf958a1e426b" /><Relationship Type="http://schemas.openxmlformats.org/officeDocument/2006/relationships/notesSlide" Target="/ppt/notesSlides/notesSlide6.xml" Id="Rfb1921009e8a46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0f1e60cc3429d" /><Relationship Type="http://schemas.openxmlformats.org/officeDocument/2006/relationships/notesSlide" Target="/ppt/notesSlides/notesSlide7.xml" Id="R316e425bf46344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ff911166b4457" /><Relationship Type="http://schemas.openxmlformats.org/officeDocument/2006/relationships/notesSlide" Target="/ppt/notesSlides/notesSlide8.xml" Id="Rb217fba5fad54e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e91ded7584bd7" /><Relationship Type="http://schemas.openxmlformats.org/officeDocument/2006/relationships/notesSlide" Target="/ppt/notesSlides/notesSlide9.xml" Id="Rd61511c2546f41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a41d782994f6f" /><Relationship Type="http://schemas.openxmlformats.org/officeDocument/2006/relationships/image" Target="/ppt/media/image.png" Id="R2a2e360ed2364957" /><Relationship Type="http://schemas.openxmlformats.org/officeDocument/2006/relationships/image" Target="/ppt/media/image2.png" Id="Rbb5c55b726cb4818" /><Relationship Type="http://schemas.openxmlformats.org/officeDocument/2006/relationships/notesSlide" Target="/ppt/notesSlides/notesSlide10.xml" Id="R0e328c1c56d247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83f50b5b04acc" /><Relationship Type="http://schemas.openxmlformats.org/officeDocument/2006/relationships/image" Target="/ppt/media/image.png" Id="R25551b6772f04c6e" /><Relationship Type="http://schemas.openxmlformats.org/officeDocument/2006/relationships/image" Target="/ppt/media/image3.png" Id="Rcaceb46f6af24abe" /><Relationship Type="http://schemas.openxmlformats.org/officeDocument/2006/relationships/notesSlide" Target="/ppt/notesSlides/notesSlide11.xml" Id="R89f92c9d4a4943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44dc5156a4d47" /><Relationship Type="http://schemas.openxmlformats.org/officeDocument/2006/relationships/image" Target="/ppt/media/image.png" Id="R73f7bdb9b6bf4817" /><Relationship Type="http://schemas.openxmlformats.org/officeDocument/2006/relationships/image" Target="/ppt/media/image4.png" Id="R08ed687f58bd4e8e" /><Relationship Type="http://schemas.openxmlformats.org/officeDocument/2006/relationships/notesSlide" Target="/ppt/notesSlides/notesSlide12.xml" Id="R39981f1d78de4e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00ac286cf435a" /><Relationship Type="http://schemas.openxmlformats.org/officeDocument/2006/relationships/notesSlide" Target="/ppt/notesSlides/notesSlide13.xml" Id="R8a37950ab0a14d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d4e258e344f75" /><Relationship Type="http://schemas.openxmlformats.org/officeDocument/2006/relationships/notesSlide" Target="/ppt/notesSlides/notesSlide14.xml" Id="R7141c1403a2a44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5cce0e8004425" /><Relationship Type="http://schemas.openxmlformats.org/officeDocument/2006/relationships/image" Target="/ppt/media/image.png" Id="R36786a35ddac453a" /><Relationship Type="http://schemas.openxmlformats.org/officeDocument/2006/relationships/image" Target="/ppt/media/image5.png" Id="R677bd85b876d478a" /><Relationship Type="http://schemas.openxmlformats.org/officeDocument/2006/relationships/notesSlide" Target="/ppt/notesSlides/notesSlide15.xml" Id="R8b4f62b2800d45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把历史经验编译成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可验证的迁移 skill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先编译、再校准，冻结后交给目标优化器执行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LLM-generated skills · 真实数据与在线审计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编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校准 / 拒绝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目标优化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11 路线有平均正向信号；完整 17 路线仍未确认普遍提升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[+0.41, +3.31]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符号检验不显著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完整历史盘点扩到 17 条路线后，平均增益降为 +0.76，区间 [-0.50,+2.09]。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因此当前结论是路线特异的正向信号，而不是普遍跨领域提升。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完整在线版每轮选择；最新 pilot 只保留第一轮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权限在实验中受限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历史完整在线版：10 / 10；bounded pilot：1 / 10，后续交回 GP。首批 6 次均未 override GP rank 1。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11 路线审计：相对 target GP 平均 +1.75；面对每条路线事后最强 baseline 为 3 胜、1 平、7 负。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86.875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同开局下：相对 target GP 为 6 胜 2 平 3 负；固定 RGPE 为 6 胜 1 平 4 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e360ed2364957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c55b726cb481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551b6772f04c6e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eb46f6af24ab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7bdb9b6bf4817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d687f58bd4e8e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现在能说什么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当前最强证据来自 LLM 生成的 skill，而不是在线选点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已经做到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编译 skill 已在 3 类真实任务获正向结果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500 held-out seeds：AUC +1.38 / +2.86 / +5.93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semantic rule 与 prior 消融均有贡献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ChemLex 负结果和全部 trace 保留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还没有做到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在线 pilot：6 / 6 选择 GP rank 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在线 AUC 增量 0；override rate 0 / 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真正未参与开发的新任务家族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evidence 因果消融与前瞻 wet-lab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提出 skill，严格 compiler 执行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calibration 只使用开发 split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不训练 LLM 模型权重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在线 proposer / critic 仍是探索模块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一句话：主线应是“LLM 把经验编译成可执行 skill，再由校准与 GP 安全执行”；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有完整 trace，但还没有证明会改善决策。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先证明 LLM 改变了决策，再做大规模重复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重做在线策略开发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 6 / 6 选择 GP rank 1；先在开发路线证明 override 有效。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semantic skill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新任务上锁定 skill、compiler、split 与 baseline 后再看结果。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贡献归因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evidence、semantic rule、prior 与 critic，做同 seed 消融。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公开代码、数据、完整 trace、模型版本、失败记录和精确统计口径。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在线 LLM 首批真实调用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 / 6 选择 GP rank 1；在线 AUC 增量 0；共使用 99,243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786a35ddac453a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bd85b876d478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2026-08-24T13:17:21.8660000Z</dcterms:created>
  <dcterms:modified xsi:type="dcterms:W3CDTF">2026-08-24T13:17:21.8660000Z</dcterms:modified>
</coreProperties>
</file>