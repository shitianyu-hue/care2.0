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b23ecc76f14a42" /><Relationship Type="http://schemas.openxmlformats.org/officeDocument/2006/relationships/extended-properties" Target="/docProps/app.xml" Id="R0de8a68d0df14b4f" /><Relationship Type="http://schemas.openxmlformats.org/officeDocument/2006/relationships/officeDocument" Target="/ppt/presentation.xml" Id="R0b0aba0c4beb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e0aef4663c4396"/>
  </p:sldMasterIdLst>
  <p:notesMasterIdLst>
    <p:notesMasterId xmlns:r="http://schemas.openxmlformats.org/officeDocument/2006/relationships" r:id="R85449462af104264"/>
  </p:notesMasterIdLst>
  <p:sldIdLst>
    <p:sldId xmlns:r="http://schemas.openxmlformats.org/officeDocument/2006/relationships" id="256" r:id="R3d088e0cfd544c83"/>
    <p:sldId xmlns:r="http://schemas.openxmlformats.org/officeDocument/2006/relationships" id="257" r:id="R8aac0b5cda464252"/>
    <p:sldId xmlns:r="http://schemas.openxmlformats.org/officeDocument/2006/relationships" id="258" r:id="Ra60f19e405c740fd"/>
    <p:sldId xmlns:r="http://schemas.openxmlformats.org/officeDocument/2006/relationships" id="259" r:id="Ra142c86427944056"/>
    <p:sldId xmlns:r="http://schemas.openxmlformats.org/officeDocument/2006/relationships" id="260" r:id="Rb4e26669f8394dc2"/>
    <p:sldId xmlns:r="http://schemas.openxmlformats.org/officeDocument/2006/relationships" id="261" r:id="R22093593588f4c40"/>
    <p:sldId xmlns:r="http://schemas.openxmlformats.org/officeDocument/2006/relationships" id="262" r:id="R7e8cab31458a4390"/>
    <p:sldId xmlns:r="http://schemas.openxmlformats.org/officeDocument/2006/relationships" id="263" r:id="Rae3789ef306c41b2"/>
    <p:sldId xmlns:r="http://schemas.openxmlformats.org/officeDocument/2006/relationships" id="264" r:id="R2866aafcedfc40c0"/>
    <p:sldId xmlns:r="http://schemas.openxmlformats.org/officeDocument/2006/relationships" id="265" r:id="Rdf72775c286043a0"/>
    <p:sldId xmlns:r="http://schemas.openxmlformats.org/officeDocument/2006/relationships" id="266" r:id="R49843bea4b0747a6"/>
    <p:sldId xmlns:r="http://schemas.openxmlformats.org/officeDocument/2006/relationships" id="267" r:id="R8e6a1c3b99484b09"/>
    <p:sldId xmlns:r="http://schemas.openxmlformats.org/officeDocument/2006/relationships" id="268" r:id="R2a759f1cbcae4eb4"/>
    <p:sldId xmlns:r="http://schemas.openxmlformats.org/officeDocument/2006/relationships" id="269" r:id="R59cdf3db573049bc"/>
    <p:sldId xmlns:r="http://schemas.openxmlformats.org/officeDocument/2006/relationships" id="270" r:id="R155f3b6be5214d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c3c374cced49f0" /><Relationship Type="http://schemas.openxmlformats.org/officeDocument/2006/relationships/slideMaster" Target="/ppt/slideMasters/slideMaster1.xml" Id="Rcae0aef4663c4396" /><Relationship Type="http://schemas.openxmlformats.org/officeDocument/2006/relationships/notesMaster" Target="/ppt/notesMasters/notesMaster1.xml" Id="R85449462af104264" /><Relationship Type="http://schemas.openxmlformats.org/officeDocument/2006/relationships/presProps" Target="/ppt/presProps.xml" Id="Rb00ca49cc4284f85" /><Relationship Type="http://schemas.openxmlformats.org/officeDocument/2006/relationships/tableStyles" Target="/ppt/tableStyles.xml" Id="R3b3f0e5fbff846d7" /><Relationship Type="http://schemas.openxmlformats.org/officeDocument/2006/relationships/slide" Target="/ppt/slides/slide1.xml" Id="R3d088e0cfd544c83" /><Relationship Type="http://schemas.openxmlformats.org/officeDocument/2006/relationships/slide" Target="/ppt/slides/slide2.xml" Id="R8aac0b5cda464252" /><Relationship Type="http://schemas.openxmlformats.org/officeDocument/2006/relationships/slide" Target="/ppt/slides/slide3.xml" Id="Ra60f19e405c740fd" /><Relationship Type="http://schemas.openxmlformats.org/officeDocument/2006/relationships/slide" Target="/ppt/slides/slide4.xml" Id="Ra142c86427944056" /><Relationship Type="http://schemas.openxmlformats.org/officeDocument/2006/relationships/slide" Target="/ppt/slides/slide5.xml" Id="Rb4e26669f8394dc2" /><Relationship Type="http://schemas.openxmlformats.org/officeDocument/2006/relationships/slide" Target="/ppt/slides/slide6.xml" Id="R22093593588f4c40" /><Relationship Type="http://schemas.openxmlformats.org/officeDocument/2006/relationships/slide" Target="/ppt/slides/slide7.xml" Id="R7e8cab31458a4390" /><Relationship Type="http://schemas.openxmlformats.org/officeDocument/2006/relationships/slide" Target="/ppt/slides/slide8.xml" Id="Rae3789ef306c41b2" /><Relationship Type="http://schemas.openxmlformats.org/officeDocument/2006/relationships/slide" Target="/ppt/slides/slide9.xml" Id="R2866aafcedfc40c0" /><Relationship Type="http://schemas.openxmlformats.org/officeDocument/2006/relationships/slide" Target="/ppt/slides/slide10.xml" Id="Rdf72775c286043a0" /><Relationship Type="http://schemas.openxmlformats.org/officeDocument/2006/relationships/slide" Target="/ppt/slides/slide11.xml" Id="R49843bea4b0747a6" /><Relationship Type="http://schemas.openxmlformats.org/officeDocument/2006/relationships/slide" Target="/ppt/slides/slide12.xml" Id="R8e6a1c3b99484b09" /><Relationship Type="http://schemas.openxmlformats.org/officeDocument/2006/relationships/slide" Target="/ppt/slides/slide13.xml" Id="R2a759f1cbcae4eb4" /><Relationship Type="http://schemas.openxmlformats.org/officeDocument/2006/relationships/slide" Target="/ppt/slides/slide14.xml" Id="R59cdf3db573049bc" /><Relationship Type="http://schemas.openxmlformats.org/officeDocument/2006/relationships/slide" Target="/ppt/slides/slide15.xml" Id="R155f3b6be5214d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3ebc2d12d547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b4d9a90456488d" /><Relationship Type="http://schemas.openxmlformats.org/officeDocument/2006/relationships/notesMaster" Target="/ppt/notesMasters/notesMaster1.xml" Id="Rcdcfb45f621a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514e5acd024e9e" /><Relationship Type="http://schemas.openxmlformats.org/officeDocument/2006/relationships/notesMaster" Target="/ppt/notesMasters/notesMaster1.xml" Id="R44e1930eb00848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53e31d204b41c7" /><Relationship Type="http://schemas.openxmlformats.org/officeDocument/2006/relationships/notesMaster" Target="/ppt/notesMasters/notesMaster1.xml" Id="Rd1de6d1e0d414f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fabf81657940c1" /><Relationship Type="http://schemas.openxmlformats.org/officeDocument/2006/relationships/notesMaster" Target="/ppt/notesMasters/notesMaster1.xml" Id="R32fd96c693084e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09ece42cb042a5" /><Relationship Type="http://schemas.openxmlformats.org/officeDocument/2006/relationships/notesMaster" Target="/ppt/notesMasters/notesMaster1.xml" Id="R217c70d49b7f4f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b04ffba0e542ee" /><Relationship Type="http://schemas.openxmlformats.org/officeDocument/2006/relationships/notesMaster" Target="/ppt/notesMasters/notesMaster1.xml" Id="R945a2f9dca544b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aa90335b3c40bc" /><Relationship Type="http://schemas.openxmlformats.org/officeDocument/2006/relationships/notesMaster" Target="/ppt/notesMasters/notesMaster1.xml" Id="R337f0732e6a34b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192f3a44947db" /><Relationship Type="http://schemas.openxmlformats.org/officeDocument/2006/relationships/notesMaster" Target="/ppt/notesMasters/notesMaster1.xml" Id="R375d350a7c154a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28c1e589da4ccf" /><Relationship Type="http://schemas.openxmlformats.org/officeDocument/2006/relationships/notesMaster" Target="/ppt/notesMasters/notesMaster1.xml" Id="R8ace9d8f2d9c49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54cc1aba4d4935" /><Relationship Type="http://schemas.openxmlformats.org/officeDocument/2006/relationships/notesMaster" Target="/ppt/notesMasters/notesMaster1.xml" Id="R80fa25a4755942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02a209cc444e64" /><Relationship Type="http://schemas.openxmlformats.org/officeDocument/2006/relationships/notesMaster" Target="/ppt/notesMasters/notesMaster1.xml" Id="R542fcea94c3242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71ffa9f90b4c81" /><Relationship Type="http://schemas.openxmlformats.org/officeDocument/2006/relationships/notesMaster" Target="/ppt/notesMasters/notesMaster1.xml" Id="R6065bf113c7542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bee35388fe4a8c" /><Relationship Type="http://schemas.openxmlformats.org/officeDocument/2006/relationships/notesMaster" Target="/ppt/notesMasters/notesMaster1.xml" Id="R6890adb74acc47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a7121f83604be2" /><Relationship Type="http://schemas.openxmlformats.org/officeDocument/2006/relationships/notesMaster" Target="/ppt/notesMasters/notesMaster1.xml" Id="R6f07facb56f846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41215e476a4b91" /><Relationship Type="http://schemas.openxmlformats.org/officeDocument/2006/relationships/notesMaster" Target="/ppt/notesMasters/notesMaster1.xml" Id="R5322c27be596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的重点不是让大模型一次性猜答案，而是让它在每一轮新证据出现后修正假设并决定下一次实验。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系统先读取旧任务的数据和规律，把它们变成对新任务的可检验假设。新任务开始后，每次只执行一个实验；真实结果回来以后，模型要重新判断旧经验是否还适用。这样，迁移不是固定规则，而是一个可以被证据支持、削弱或拒绝的在线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experiments/care_replay/CARE2_METHOD.md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冻结 11 路线中，在线 LLM 相对同开局 target-only GP 的平均 best-so-far AUC 增益为 +1.753，6 胜、2 平、3 负；完整 17 路线盘点后均值降为 +0.762。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11 路线的 route-bootstrap 区间为 [+0.415,+3.315]，但符号检验 p=0.5078，而且每条路线只有一条在线轨迹。纳入仓库中 6 条更早的负向或持平路线后，17 路线区间为 [-0.501,+2.091]，再次跨过 0。因此我们把“冻结子集上的平均正向信号”和“所有历史路线尚未确认普遍提升”同时展示，避免路线选择偏差。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experiments/care_replay/results/2026-08-24-online-llm-predeclared-baseline-portfolio-v2/aggregate.json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问题被定义成一个严格的 sequential decision problem：同起点、同候选、同预算，比较谁更早找到高值条件。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target 中未执行候选的结果始终隐藏。系统只知道 source 历史、target 的变量结构、已经揭示的 target 结果和剩余预算。评价重点不是大模型解释得是否好听，而是它的选择是否让 best-so-far 曲线更早上升。这个定义也让方法能在化学、分子性质和材料任务中使用同一套接口。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experiments/care_replay/CARE2_METHOD.md</a:t>
            </a:r>
          </a:p>
          <a:p xmlns:a="http://schemas.openxmlformats.org/drawingml/2006/main">
            <a:r>
              <a:t>- experiments/care_replay/replay.py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在每一轮都有决策权。Proposer 先提案，Critic 再检查，最终只执行一个候选。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候选菜单同时包含 target-only GP 的高分点、source prior 支持的点、共识点和覆盖点。Proposer 要更新一个可证伪假设并选一个实验；Critic 可以接受，也可以退回 GP rank 1，或在合格菜单中改选。真实结果揭示后，GP 后验、当前 best、假设状态和下一轮菜单一起更新。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experiments/care_replay/tests/test_online_llm_scientist.py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Replay harness 用完整历史数据模拟“每做一个实验才知道一个结果”的过程。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虽然数据表里保存了所有真实结果，但控制器在第 t 轮只能读取此前执行过的 target 结果。未选择候选的标签不会进入 prompt、GP 训练或候选评分。在线 LLM 和对照组从相同的三个 target 观测开始，各有 10 次揭示机会，因此预算严格匹配。每一轮选择、响应、模型和揭示结果都会写入审计文件。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Reward 是 best-so-far 曲线下面积，不是强化学习的训练奖励。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 t 轮结果记为 y_t，当前最好值 b_t=max(y_1,...,y_t)。一条长度为 T 的轨迹得分 R=(1/T)Σb_t。好结果越早出现，它会在更多后续轮次中贡献高 best，因此 R 更高。每轮新结果会更新 target 历史、GP 后验、候选排序和科学假设；它不会更新 Claude 的模型权重，也不会自动把本轮经验蒸馏成永久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主比较用同开局 target-only GP 隔离在线 LLM 增量，并把 RGPE 与 multitask GP 扩展到冻结的全部 11 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所有方法使用完全相同的三个初始 target 观测、候选空间和 10 轮预算。固定 comparator 规则为：单 source 用 RGPE，多 source 用 multisource RGPE。在线 LLM 相对 target GP 平均 +1.753，相对固定 RGPE 平均 +3.229，但后者区间跨 0。若在每条路线看完结果后选最强 baseline，LLM 平均为 -0.550，只取得 3 胜、1 平、7 负。这个 oracle 诊断不是公平的预先选型主结果，但它清楚说明当前 LLM 还不是多数路线上的最强优化器。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experiments/care_replay/configs/online_llm_predeclared_baseline_portfolio_v1.json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experiments/care_replay/results/2026-08-24-online-llm-predeclared-baseline-portfolio-v1/route_comparisons.csv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的输入和输出都是结构化、可审计并能直接执行的。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每一轮输入包括已揭示 target 历史、当前 best、source evidence、冻结初始假设、GP posterior mean/std/EI 和一个合格候选菜单。输出必须包含 hypothesis_status、更新后的假设、一个 candidate_id、预期结果、改善概率、支持和反对证据、是否继续 source transfer，以及与 GP rank 1 的比较。Critic 对 proposer 的输出做第二次审查。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这是保存下来的真实 trace，不是为了讲解而编的例子。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FreeSolv 到 Lipophilicity 路线上，初始 best 为 67.25。第 0 轮的 GP rank 1 是 lipo_2256，但 proposer 和 critic 选择了 GP rank 4 的 lipo_0635：它的 expected improvement 略高，而且“卤素丰富、低极性的芳香酰胺”与已观测的高 lipophilicity 分子一致。该候选真正揭示后得到 86.875，使 best 一轮提高 19.625。整个路线相对同开局 target-only GP 的 AUC 增益为 +6.325。需要提醒：这是成功案例，用来展示机制和 trace，不代表所有路线。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  <a:p xmlns:a="http://schemas.openxmlformats.org/drawingml/2006/main">
            <a:r>
              <a:t>- experiments/care_replay/results/2026-08-16-opus48-bounded-ei-development-v2/molecular_freesolv_to_lipophilicity/summary.json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真实路线结果高度异质，LLM 相对 no-transfer 更有优势，但没有稳定压过经典 transfer BO。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圆点表示在线 LLM 相对同开局 target-only GP-UCB 的 best-so-far AUC 差值；方块表示相对固定 RGPE 规则的差值。正值表示 LLM 更早找到好条件，负值表示更慢。11 条路线中，相对 target GP 为 6 胜、2 平、3 负；相对固定 RGPE 为 6 胜、1 平、4 负。最大的正向包括 expt gap→dielectric 和 FreeSolv→Lipophilicity，但若每条路线事后选择最强 baseline，LLM 只取得 3 胜、1 平、7 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experiments/care_replay/results/2026-08-24-online-llm-predeclared-baseline-portfolio-v1/route_comparisons.csv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两批调用的总体胜平负都为 6 / 2 / 3，但 11 条配对路线中有 4 条严格翻转正负号。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空心点是早期审计调用，蓝绿色点是第一次冻结重复，橙色菱形是 Suzuki 的第二次冻结重复。材料 expt gap→mp gap、两条 phenethylamine 路线和 aniline→benzamide 路线发生了严格符号翻转。Suzuki 三次观察为 +0.28、+1.38 和 +0.32，方向一致但幅度仍有波动。早期调用发生在确认协议冻结前，因此本页只是 stochasticity audit，不是正式重复检验；它证明了为什么不能用单次 LLM 结果给路线贴上“可迁移/不可迁移”的稳定标签。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experiments/care_replay/results/2026-08-23-llm-trajectory-stability-audit/paired_route_stability.csv</a:t>
            </a:r>
          </a:p>
          <a:p xmlns:a="http://schemas.openxmlformats.org/drawingml/2006/main">
            <a:r>
              <a:t>- experiments/care_replay/results/2026-08-23-llm-trajectory-stability-audit/paired_route_stability.svg</a:t>
            </a:r>
          </a:p>
          <a:p xmlns:a="http://schemas.openxmlformats.org/drawingml/2006/main">
            <a:r>
              <a:t>- experiments/care_replay/results/2026-08-23-llm-trajectory-stability-audit/stability_audit.json</a:t>
            </a:r>
          </a:p>
          <a:p xmlns:a="http://schemas.openxmlformats.org/drawingml/2006/main">
            <a:r>
              <a:t>- https://arxiv.org/abs/2410.03492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材料案例说明 LLM 的价值也包括识别“不应该直接迁移”，并且 trace 能暴露和修复解释错误。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phonons→bulk modulus 路线上，LLM 十轮都关闭 direct source transfer，因为 target 证据不支持把声子峰排名直接搬到体模量。但它仍根据材料组成语义和已揭示 target 结果，在 4/10 轮选择了非 GP rank 1 候选。CARE 最终找到 normalized score 77.6127 的 O8Pt6；同开局 GP 最终为 73.2886。AUC 增益 +3.240，final 增益 +4.324。这里应讲成“负迁移识别 + target 自适应”，不能讲成 phonon outcome 正向迁移。早期 trace 有 5 次把无量纲 replay score 写成 GPa；加入 outcome-scale contract 后，新轨迹 20 个 proposer/critic 响应中该错误为 0。新轨迹的 AUC 增益为 +3.083，但它与旧轨迹不是配对调用，因此只用于验证语义修复，不用于声称性能提升。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experiments/care_replay/results/2026-08-24-online-llm-transport-context-robustness-v3/materials_phonons_to_bulk_modulus/trajectory_5000/summary.json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experiments/care_replay/results/2026-08-24-online-llm-transport-context-robustness-v3/materials_phonons_to_bulk_modulus/trajectory_5000/llm_trace.jsonl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experiments/care_replay/results/2026-08-24-online-llm-transport-context-robustness-v3/materials_phonons_to_bulk_modulus/trajectory_5000/audit/materials_online_trace_audit.json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experiments/care_replay/results/2026-08-24-online-llm-outcome-semantics-robustness-v1/materials_phonons_to_bulk_modulus/trajectory_6000/summary.json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experiments/care_replay/results/2026-08-24-online-llm-outcome-semantics-robustness-v1/materials_phonons_to_bulk_modulus/trajectory_6000/audit/outcome_semantics_audit.json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这页把已完成的工程能力、当前统计证据和仍缺失的前瞻证据分开。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冻结 11 路线中，原始在线 LLM 相对同开局 target-only GP-UCB 的平均 best-so-far AUC 增益为 +1.753；完整 17 路线盘点降到 +0.762，区间跨 0。更严格的六条分离路线没有参与策略选择：完整 LLM 均值为 -1.056，第三轮阈值 5 Gate 为 -1.968，说明原 Gate 在开发路线上的改善不能外推。用 11 条训练路线比较 115 个控制器后，训练规则选出“LLM 在线决策一轮，随后交回 GP”；它在六条分离路线中的均值为 +0.612，2 胜、3 平、1 负，但区间仍跨 0。因此当前最准确定位是“找到了一个更合理、需要前瞻验证的 LLM 介入边界”。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docs/NATURE_SUBMISSION_READINESS.md</a:t>
            </a:r>
          </a:p>
          <a:p xmlns:a="http://schemas.openxmlformats.org/drawingml/2006/main">
            <a:r>
              <a:t>- experiments/care_replay/results/2026-08-24-online-llm-predeclared-baseline-portfolio-v2/aggregate.json</a:t>
            </a:r>
          </a:p>
          <a:p xmlns:a="http://schemas.openxmlformats.org/drawingml/2006/main">
            <a:r>
              <a:t>- experiments/care_replay/results/2026-08-24-online-llm-route-split-gate-selection-v1/selected_policy.json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单轮 LLM 的运行时交接已经接入代码，并且重复确认协议已经在新调用前冻结。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协议包含 6 条没有参与控制器选择的 source-target 路线，每条 30 次，共 180 条新随机轨迹。每条轨迹使用相同初始观测、10 轮预算、Opus 4.8 proposer + critic 和同开局 target-only GP。LLM 只控制第一次在线 reveal；从第二轮开始不再调用 LLM，由 target-only GP-UCB 从初始观测和第一轮结果继续。协议禁止根据中间结果删路线、改控制器或提前停止。必须完成全部 180 条轨迹，才计算主要层级 bootstrap 结论。路线名称和每条路线的一条旧轨迹此前已知，因此即使完成也属于内部重复确认，不是外部新任务或 wet-lab 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experiments/care_replay/configs/online_llm_bounded_authority_route_disjoint_confirmation_v1.json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experiments/care_replay/scripts/run_repeated_online_llm_confirmation.py</a:t>
            </a:r>
          </a:p>
          <a:p xmlns:a="http://schemas.openxmlformats.org/drawingml/2006/main">
            <a:r>
              <a:t>- docs/NATURE_SUBMISSION_READINESS.md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这一页展示原 Gate 的失败，以及为什么改成限制 LLM 在线决策轮数。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图中的六条路线完全不参与控制器选择。灰色圆点是完整 10 轮在线 LLM，均值相对 target GP 为 -1.056；橙色方块是开发路线中表现不错的第三轮阈值 5 Gate，但在这六条路线中降到 -1.968，说明预测误差阈值并不稳健，尤其 phonons 到 perovskites 在第三轮交接已经太晚。随后我们只用另外 11 条训练路线比较 115 个候选策略，按“先减少负向路线、再看平均值和最差路线、最后偏好更简单策略”的固定规则，选中单轮 LLM 控制器。绿色菱形是冻结后在六条分离路线上的结果：均值 +0.612，2 胜、3 平、1 负；相对完整 LLM 改善 +1.668。它的 95% 区间仍跨 0，而且仍输给部分更强的事后 baseline，所以本页支持的是一个机制假设：LLM 的语义判断适合前期定方向，后续连续数值优化应交给稳定的 GP。真正的统计结论要等待 6×30 新轨迹完成。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experiments/care_replay/scripts/build_online_llm_calibration_gate_audit.py</a:t>
            </a:r>
          </a:p>
          <a:p xmlns:a="http://schemas.openxmlformats.org/drawingml/2006/main">
            <a:r>
              <a:t>- experiments/care_replay/scripts/build_online_llm_gate_selection_audit.py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experiments/care_replay/configs/online_llm_bounded_authority_route_disjoint_confirmation_v1.json</a:t>
            </a:r>
          </a:p>
          <a:p xmlns:a="http://schemas.openxmlformats.org/drawingml/2006/main">
            <a:r>
              <a:t>- experiments/care_replay/results/2026-08-24-online-llm-route-split-gate-selection-v1/selected_policy.json</a:t>
            </a:r>
          </a:p>
          <a:p xmlns:a="http://schemas.openxmlformats.org/drawingml/2006/main">
            <a:r>
              <a:t>- experiments/care_replay/results/2026-08-24-online-llm-route-split-gate-selection-v1/selected_policy_evaluation_routes.jsonl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af1c25ce044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b27e40b0ad4855" /><Relationship Type="http://schemas.openxmlformats.org/officeDocument/2006/relationships/slideLayout" Target="/ppt/slideLayouts/slideLayout1.xml" Id="Rc136ae6fa29942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36ae6fa29942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800a1c96e4599" /><Relationship Type="http://schemas.openxmlformats.org/officeDocument/2006/relationships/notesSlide" Target="/ppt/notesSlides/notesSlide1.xml" Id="R48873b9a341446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41a5cf72e45f3" /><Relationship Type="http://schemas.openxmlformats.org/officeDocument/2006/relationships/notesSlide" Target="/ppt/notesSlides/notesSlide2.xml" Id="R3b44d7a0f20845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efc2f298a4209" /><Relationship Type="http://schemas.openxmlformats.org/officeDocument/2006/relationships/notesSlide" Target="/ppt/notesSlides/notesSlide3.xml" Id="R4712f92b03a847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d682dc614a82" /><Relationship Type="http://schemas.openxmlformats.org/officeDocument/2006/relationships/notesSlide" Target="/ppt/notesSlides/notesSlide4.xml" Id="R24cddd0d10b74e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7905657514e25" /><Relationship Type="http://schemas.openxmlformats.org/officeDocument/2006/relationships/notesSlide" Target="/ppt/notesSlides/notesSlide5.xml" Id="R8ac16f4ab7fb43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ff3afe0494c23" /><Relationship Type="http://schemas.openxmlformats.org/officeDocument/2006/relationships/notesSlide" Target="/ppt/notesSlides/notesSlide6.xml" Id="R794611d278ad4d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f7fba79244874" /><Relationship Type="http://schemas.openxmlformats.org/officeDocument/2006/relationships/notesSlide" Target="/ppt/notesSlides/notesSlide7.xml" Id="Rb705f65484c043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c2aa2f9dc4acd" /><Relationship Type="http://schemas.openxmlformats.org/officeDocument/2006/relationships/notesSlide" Target="/ppt/notesSlides/notesSlide8.xml" Id="R26b26dbaac464d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247e2052a47d2" /><Relationship Type="http://schemas.openxmlformats.org/officeDocument/2006/relationships/notesSlide" Target="/ppt/notesSlides/notesSlide9.xml" Id="Re392fca4f46d4f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8b5513a454921" /><Relationship Type="http://schemas.openxmlformats.org/officeDocument/2006/relationships/image" Target="/ppt/media/image.png" Id="R12ce783d673c4567" /><Relationship Type="http://schemas.openxmlformats.org/officeDocument/2006/relationships/image" Target="/ppt/media/image2.png" Id="R4ae0710e361d43f5" /><Relationship Type="http://schemas.openxmlformats.org/officeDocument/2006/relationships/notesSlide" Target="/ppt/notesSlides/notesSlide10.xml" Id="R332ef6d1761740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b2e1f54b04330" /><Relationship Type="http://schemas.openxmlformats.org/officeDocument/2006/relationships/image" Target="/ppt/media/image.png" Id="R4927d05df26e415b" /><Relationship Type="http://schemas.openxmlformats.org/officeDocument/2006/relationships/image" Target="/ppt/media/image3.png" Id="Ra15e56223a4945e2" /><Relationship Type="http://schemas.openxmlformats.org/officeDocument/2006/relationships/notesSlide" Target="/ppt/notesSlides/notesSlide11.xml" Id="R3a4777f4126949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04e773bc64a2b" /><Relationship Type="http://schemas.openxmlformats.org/officeDocument/2006/relationships/image" Target="/ppt/media/image.png" Id="Rc26688f678734eab" /><Relationship Type="http://schemas.openxmlformats.org/officeDocument/2006/relationships/image" Target="/ppt/media/image4.png" Id="Rcb9628a3dcdd4303" /><Relationship Type="http://schemas.openxmlformats.org/officeDocument/2006/relationships/notesSlide" Target="/ppt/notesSlides/notesSlide12.xml" Id="Rc8b3ccc1b2c149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548371bea4949" /><Relationship Type="http://schemas.openxmlformats.org/officeDocument/2006/relationships/notesSlide" Target="/ppt/notesSlides/notesSlide13.xml" Id="Re4acd21044f045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e76a5c6d14275" /><Relationship Type="http://schemas.openxmlformats.org/officeDocument/2006/relationships/notesSlide" Target="/ppt/notesSlides/notesSlide14.xml" Id="R19a6b8496a424d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ae61617da4e92" /><Relationship Type="http://schemas.openxmlformats.org/officeDocument/2006/relationships/image" Target="/ppt/media/image.png" Id="R1126e8dde87041ab" /><Relationship Type="http://schemas.openxmlformats.org/officeDocument/2006/relationships/image" Target="/ppt/media/image5.png" Id="R1a7cb55ef7d3424e" /><Relationship Type="http://schemas.openxmlformats.org/officeDocument/2006/relationships/notesSlide" Target="/ppt/notesSlides/notesSlide15.xml" Id="Rb450d5d6957641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2C15-6ABA-42B1-B457-E524007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C9C7-C4E3-4DD7-951D-59BDBFD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让 LLM 在证据中持续修正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FA49-E869-4316-82E0-AE7932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历史知识提供假设，新实验逐轮决定是否继续迁移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DD5B-E903-4D1B-AC27-C8E2DE4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B407-CB14-42D1-BD2A-C68115E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在线 LLM Scientist · 真实重放证据 · 2026-08-24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DA70-6A3F-4935-B39E-B5A0F40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93F9-1E81-4BBA-906C-76088DA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历史证据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CE5F-8B09-4518-852C-BA0377A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430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E7B0A-73F5-49FF-BA20-6558F1C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LLM 提假设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E8628-C659-424B-BC29-2C7A7FD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B5D6-297E-4D79-9009-DCAFFE6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逐轮实验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7260-74A6-423C-B523-29AA57B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100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FB91B-0953-4F09-A37F-D7065E7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保存证据</a:t>
            </a:r>
          </a:p>
        </p:txBody>
      </p:sp>
    </p:spTree>
    <p:extLst>
      <p:ext uri="{BB962C8B-B14F-4D97-AF65-F5344CB8AC3E}">
        <p14:creationId xmlns:p14="http://schemas.microsoft.com/office/powerpoint/2010/main" val="120959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09C1D-BC24-4D97-B373-8187A6B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最新证据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B76D-3714-4077-9E5A-5434E3D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3817-9B8F-4473-95A8-03DE656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 11 路线有平均正向信号；完整 17 路线仍未确认普遍提升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0172-89CA-4BEE-99B9-7ADFB77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DF4B-1E23-407A-8648-DB6CE2E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21D6-D098-45E3-B508-A697357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平均搜索效率变化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9EB89-3EE1-453C-9061-76076E9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 条路线 · 同预算对照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B03CB-DD3D-45D2-A755-F331C5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6 / 2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55B1-D00B-440C-A77B-46BBCE1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胜 / 平 / 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F159-6D89-4813-ADEE-6519E85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相对 target-only GP-UCB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0859-E9DD-4993-BE56-F8C1226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6B0A9-9811-41FC-AF0C-EE2B2D7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逐轮参与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0269-F7AD-4ED9-B495-B8D3DA2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每条路线 10 轮在线决策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5F63A-31DA-446D-BA11-3C45B12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66E54-348A-405C-82CB-B016762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[+0.41, +3.31]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BF330-35A5-482E-B532-B6A2BD2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符号检验不显著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E76F5-A7CC-4337-A863-FA3176F8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129EB-5840-4AA8-85DE-F1F6CB5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目前最准确的结论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D7B4-429C-468B-B182-19849074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7562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完整历史盘点扩到 17 条路线后，平均增益降为 +0.76，区间 [-0.50,+2.09]。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因此当前结论是路线特异的正向信号，而不是普遍跨领域提升。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02BF-2C18-4A93-AFFA-C348444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21318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41906-50A8-4C88-8F91-09AB2CD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5AC5-2A53-41C7-9FB9-51BF260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21F2-78BB-49E9-939C-B85FF9A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真正的问题不是让 LLM 会说，而是让它在有限预算里做对实验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67C0D-AE39-49BA-B9EF-35AB06A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EC39-F19B-4FCD-8A2B-6AF1EF5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7DB6-67B7-44E2-A912-46847EF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C7772-0453-4652-AEF5-9755DDE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迁移前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7E4F1-3A93-4BE3-83DB-14527C9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source 任务的历史证据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的变量和候选空间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固定的实验预算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未执行条件的答案隐藏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678EA-112E-4AA7-985C-3730B22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0F5D5-9E09-45F3-A766-0353F71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C4442-D55B-4631-B209-517CE9A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每一轮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5AD0A-FD2A-44C7-AF68-070F74C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生成候选菜单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Proposer 提案，Critic 复核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只执行并揭示一个条件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更新 GP、假设和下一轮选择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0776-5923-4272-B87F-28B3DA7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966F-7C0E-41A6-A23B-DDBC0A3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E0208-808E-4259-B9EE-C18402E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判断标准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106B-F8A9-40CC-BA2B-F18C9B3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好结果是否更早出现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起点、候选和预算完全匹配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全过程无 target 泄漏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正迁移和负迁移都保留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0987-0E9D-42AB-92EE-A91CE84F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8D78-8BF7-4E24-A37B-A65ACB73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问题定义：同起点、同预算下，LLM 能否利用旧证据，比 target-only GP 更早找到高值条件？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0C2BC-16C0-4CA7-B0A6-F9F9D0C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78810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EA91A-0C71-41B5-9F6A-1371C64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系统怎么工作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AA52-3472-4747-8A66-6E3D8CD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953B-3723-4283-AD49-59F47D3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每一轮都由 LLM 提议和复核，不是只参与开局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64387-B85D-499F-8906-42356A9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7EDE-8671-4F76-8570-F70C5A7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7A4F-522A-4D8C-83A4-D9355C3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A645-3FC2-4444-9C7B-0613294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BB91-1B98-478D-9736-8635892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整理证据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7F38-69FD-4B19-B2EE-0CE56FF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读取 source 规律与 target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1BA78-D401-4D2D-A379-96D4F07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CABB9-96DA-493C-8EED-00D34FF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6B480-FFAB-4DEE-B978-30020CE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56A2-CFE4-4979-8267-C9DBF45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建立候选菜单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00609-21B6-49A6-AADB-CAEF0B4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GP 估计 + source prior + 覆盖点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2CEEE-06FE-435E-B6F8-7A5CFF0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F4E04-C00D-42E1-AFA8-612F0F5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0D6DE-6CF6-4EE1-8982-12A67D8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F43F0-A0D4-4037-B559-2ADC9C65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E9ECE-5994-40A1-A4EA-A5190A5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提出可证伪假设并选一个候选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D9CB-10D5-4BEB-88A5-BF397A6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2BD03-C3CB-44E5-A60E-A4531D8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621A9-5112-4621-BE71-6F6DF2E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29FBD-CE46-4DB3-A51B-3B99AAE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Critic 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6AD94-2B65-4A35-97D0-236D41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接受、退回 GP 或改选候选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CF36D-1E5E-47CE-A928-CF0E31CD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8C420-CC90-413E-A20E-8D367B0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F3CA4-6C91-4BA4-B71E-81A551E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执行并更新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7FBD1-5656-44D6-8E58-A9EC038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揭示一个结果，刷新状态和下一轮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00B26-63E8-4C48-9F6A-CB62AFD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450D6-FB40-4501-AC39-0DDEFBB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LLM 的真实权限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D509-589E-478E-B7D5-C39EE06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/ 10 轮都参与最终选择；可以改选非 rank 1 候选，也可以在证据不足时回退。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E802E-DEBB-4C8D-98AA-0F50230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90495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E7EB9-9CB2-40F0-8056-440E5CC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实验模拟器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3C756-59DF-4E29-B5F4-D9784B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AE39-D587-440D-9353-10948A2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未选择条件的答案始终隐藏，直到该轮真正执行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8F62-1AA7-4F31-BC8D-24651C2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4EB0-C1EE-4141-9AC0-891636B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D7ED-1BAA-451A-930C-4B04266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35900-0BDB-4147-8D0E-726D314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 source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和 target 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D183-DA66-4D66-BEE6-06A022A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F1249-A40C-4C5D-B560-8421D09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8D6F9-15A9-4483-81BD-B2B26771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相同初始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 个观测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9BF9-11A5-4576-867D-8912604E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F4A9-CFB9-4AE8-8D31-FE3A570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E32EB-587C-485A-B45D-9770809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各自选择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下一个候选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C8EB4-A599-4EF6-9B31-10369B9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2984-AEEA-4195-94FB-94F5192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0B10-56BE-4E44-8428-4583F12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候选真实值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974B-E987-446B-BF26-EA871F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EF49-2600-44CB-9F8E-195C2C4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保存选择、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结果和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CD50E-F61C-4375-A3AD-E5F9B1A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24A4-7D1A-4FB5-B12A-677523D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匹配条件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379F2-B5F6-4C37-B1ED-10276BE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相同 target 初始观测 · 相同候选空间 · 相同 10 轮预算 · 对照组不使用 source 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554A0-6388-4FB3-B979-12C1110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Replay harness 不能替代湿实验，但能无泄漏地比较搜索效率，并复现每一次决策。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85C35-75DB-412A-BBD2-4B7D756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2042648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6A57-FCEB-41A4-BF66-70A2F38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Reward 和更新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D812-A2FD-424A-B8A5-26A885D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E7BF9-60DA-407B-9735-F12F050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Reward 衡量“多快找到好结果”，不会训练 LLM 权重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E107-1CB8-4C6E-85A8-C3DE7C3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4E46-562C-4F15-995F-BE24C1A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当轮状态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1AA0-787F-42E7-A526-7A1F28C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1D52E-47C4-4CF6-9D22-687ADCD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第 t 轮揭示结果 yₜ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当前最好 bₜ=max(y₁…yₜ)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越早提高 bₜ，后续轮次受益越多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最终 best 相同，AUC 仍可能不同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55CD-25CF-431D-8006-C9121BB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4C89-E296-420E-AE9B-C01752CB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2063-7693-42AD-B79E-C84D57E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99A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34CA-94DA-4C15-9938-6585498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R=(1/T) Σ bₜ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 越高，搜索效率越好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只在相同 T 和起点下比较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报告 ΔAUC、CI 和胜/平/负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7D1DC-80CE-4B56-8FF6-776913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9133-806F-4BBD-B562-5135189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375BC-FED0-4128-880B-4DDF077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419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C8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88A4-3A37-4069-859C-4130862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62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1. target 观测历史和当前 best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2. GP 后验与候选排序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3. 假设和是否继续迁移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4. trace；不更新 LLM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388B-2F5E-4262-86FA-3EB0697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5CFB-B2DF-4C19-BBDA-88CFA1F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新结果更新实验状态和下一轮决策，不做梯度训练，也不会自动写成永久 skill。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FF976-9DA9-4AE9-AB3D-F19F5FF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0097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16DA5-6090-4013-9E1C-55245BC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主对照怎么做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A57B-2012-4D8D-A9A6-B636070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D01F-D80B-4FC3-A304-E182901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主比较固定相同开局和预算，只改变后续是否使用 LLM + source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A7CD-4ECA-4779-BCF5-62C0DD1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7A94-B933-4CFC-BA8E-C2D7083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A6B82-64C2-4098-B592-523210E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比较内容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05C2-D714-4BA9-91EA-CAD3526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1676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812E-89B6-42FD-8819-946FC68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1743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在线 LLM Scientist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9698-69C9-4EA3-8000-E8A4277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01350-CBDA-4D7A-8AEF-C76845D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同开局 target-only GP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56C2-34D3-484E-9CE5-8487CCE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E64EF-4279-4716-A7B4-764ECB7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传统 transfer 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C3E96-FE5C-4181-A8D5-D339165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26E05-04C5-4A84-A924-06F907C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 3 个观测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BB42-C90A-41EB-9039-75D5CCE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2860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7B52-38A7-4423-B476-C9ABF36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3526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 LLM compiled initial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3A7EA-47AE-4E30-A719-96B4B12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2ECE8-7BBC-49C7-8235-2496B17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与在线 LLM 完全相同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355DB-0151-4D18-B87F-8443CC8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8FD73-F62F-4623-8534-478C08E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与主对照匹配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95F24-3E15-4235-9EEF-0295939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8AEE-63E8-464C-84A4-E1825F4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后续候选选择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4391-874D-4A52-A05A-DEDA361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8956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744B-1E00-459B-B730-27DEA40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9622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2A0F7-4990-460A-9BA3-7396609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3FBDD-D77C-4E3D-9926-821AE31C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A819F-BA07-4E1A-8FF0-E0CCBB6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217BD-A7BA-4AC8-BDA9-2835F68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RGPE / multitask GP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5A29E-B109-45EC-98D2-61B1872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2FFF0-6F09-4CD3-A2B1-347C864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在线揭示轮数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DD43B-087A-4D1C-B0DE-3CDE4F3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35052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CD380-8FCC-4148-905F-D4321EE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35718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DC822-AAE4-456A-A447-C854A76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54C3D-6A16-4248-9F4A-EC5DA6D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AB038-13AC-41DF-84D8-30405B2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11AF6-A466-4959-980D-6BFBE99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422C5-BCBB-4FC3-AB7C-DC52652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1277C-D279-4462-A04E-9661536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未执行 target 标签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6BDFB9-AD9B-4964-BB1A-BB985F2B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1148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94CEE-0819-452B-86B6-32E685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1814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DB1DA-43BB-4D51-9C6D-8D96289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FABCD-6DC4-4ADD-8965-99E8426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9BB95-2DA2-49AC-A570-371821C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8D59B-4907-4D09-B4FB-E8D9E8C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F7C17D-F6DF-43BF-9246-271B21B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3F91E-1087-45EE-83B1-4DF2B20D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8810AD-8977-4B37-A95A-952A769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724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D6699-05A5-4ABD-BC91-EC5512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791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主方法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67305D-A5C0-479A-A0F0-A8E72D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001F28-DA98-4FBB-AEC6-A261233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主对照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D4199-91DD-4AE0-9FD4-34F8606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424F5-85B0-4F49-8D1A-E489DC1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传统 transfer 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F7BA0-D474-4259-B40B-EB003CE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FE808-E011-4276-A9AF-0C176B1D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11 路线审计：相对 target GP 平均 +1.75；面对每条路线事后最强 baseline 为 3 胜、1 平、7 负。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64DE0A-44DA-4D23-BDF7-4D1909B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613355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0C712-9166-4268-BF7C-A7EE819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每轮看什么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FAE2C-83B5-4A9B-A9ED-BFC9030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1709-35DF-4429-8B29-E56234D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是在线策略专家：读证据、提出假设、选择下一次实验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CD916-EC9A-457D-8E9F-23F6A27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AFBC8-29CF-4F75-A347-7DDD591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7F0B4-8F9E-47E6-AC51-6E62A12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E008-983E-4DD6-881B-288E5B6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已揭示 target 历史与当前 best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证据和冻结初始假设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GP 均值、不确定性和 EI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候选菜单；隐藏真实答案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9534-B171-4647-B0C6-EE8060F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DC9BC-EE20-4D00-B848-C56686B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B2257-FBFD-496D-9AE0-CC0A0DA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16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DB55-8B6F-431B-A43D-AFD3268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Opus 4.8 / GLM 5.3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1C2B-99C9-4CFF-BD8F-1491D0B6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6BE8-EF7E-4E4C-BF44-F11C50C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更新一个可证伪假设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选择一个候选并说明理由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列出支持和反对证据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决定继续迁移或回退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9F23-5885-4F70-AE41-C3D17A3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F37C-BD49-4A82-A36B-EBAD84C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执行与反馈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1B29-AC8F-4AE1-8721-5CE7207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971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128A-D26B-4F6D-B031-2E4C23F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执行一个候选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0E07-6AAB-4406-B614-254C013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只揭示该候选的真实 target 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3578-1FCA-495E-B628-99C384C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更新下一轮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7D9D-ABE8-4362-89A5-2559C29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重训 GP，刷新菜单与当前 best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C985-AD09-46DB-98D8-712D489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保存完整 trace；进入下一轮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508B0-F200-4EA0-BB37-A68F266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75B3E-6DCF-46F9-AA6D-1CB84E1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完整保存：prompt、原始回答、模型、token 用量、选择者、候选条件、揭示结果和文件哈希。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密钥不会写入代码、PPT 或实验结果。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7681-229E-47D3-BAFE-C24840D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26419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FDDDBF-D3E5-46A9-B61A-783EB60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真实推理案例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8BDA2-AC0D-422E-A5A0-0A7DE1B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2215-0D8E-4BB8-8291-7344566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没照搬 GP rank 1，第一轮把 best 从 67.25 提到 86.875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2DAF-4BD5-4C32-A84C-A21A1F6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85EEB-98CA-443B-BC8B-EC2DCE9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249D-42FE-4F5E-8608-52EFE3E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冻结假设 · FreeSolv → Lipophilicity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C657-F311-4C2B-ACFA-3FE9EDE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697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溶剂化偏好与脂溶性沿相反轴变化：卤素丰富、低极性的芳香分子可能在 target 中更好。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CD4E2-F8A6-4271-AC8F-5AC39C3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6A499-BF02-4D70-A65B-DED6122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0BB8-821E-4D1C-B5A5-683082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26479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46089-5773-485E-AB8E-068F02C2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27146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选择 / 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5DE2-F2D8-482E-91FF-17A8CDE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EAC0-D2D5-4489-BF99-308E097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3A55A-890E-48BC-B00A-F3FDB6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53BC-A893-425B-9CD8-DD494BF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真实揭示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7A0BD-EDAD-4B2D-854A-EE91CF0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26479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0673-AD04-4B2F-B49D-4957855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27146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6950-35E5-4FC3-8E3D-3EAEB0E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8598A-725F-4CD2-BE42-1E62213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C6D57-105C-4306-8786-3A14986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2004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52B35-F759-4C55-BC80-3880C6A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2670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best = lipo_3444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76DA0-1F43-489F-BE7B-A6617595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88630-0795-44A3-B452-BE323E5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85655-BAD0-43C3-99BD-26CA885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B38B5-3B8D-47A0-B419-8ABE7C4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0F474-95BA-4671-8A4D-B58315D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2004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E5C62-5247-490A-9B4D-4E04C07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2670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E8AE5-AA1A-4355-8969-C6C8D26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66D6D-2AE5-4D12-B1B3-C758137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E50F0-4366-4669-ABC7-3B7EE89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7528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000B9-8EA7-44B5-833B-F1D7BB1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8195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 lipo_0635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0E465-A185-4D56-AC5A-3A8B43A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242CD3-8552-4F70-BFC1-A9FFF65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GP rank 4 · EI 3.90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C250B-7140-4B0D-9265-8469312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800D8-CADC-4A37-8293-0B5A57A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29D04-E72E-4FF0-8435-5BF3145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7528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C689B-12CA-46A2-974B-AE45017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8195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待执行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52B3C-4CBE-49E8-AE0E-073D044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59420-8ADB-4B61-BC88-7FCA893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第 1 轮执行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79A9D-809A-4C46-B0C7-C098FAB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43053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D8B81-7292-4DE3-B6D7-436934E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43719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揭示 lipo_0635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9D98D3-181D-4E88-9598-E561FF7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D18E7-E281-45FE-AB11-C9EE9CC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模型预期 62.0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5223B-F11A-4853-9870-7CDCA00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9BF138-860B-4BCF-A804-4EBDCE9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86.875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3B347-F3C6-4AC1-8659-0D0B726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43053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5C1201-B5FC-4E88-8DC5-806D3D1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43719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+19.625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F5338A-D782-4284-B7E6-E5A849C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6705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983001-81CC-4F9C-BE72-F0BD4F4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为什么不选 GP rank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537A2C-F437-41D9-9C4B-812F944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该候选 EI 略高，且卤素丰富、低极性结构与已观测赢家一致。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283B97-0EE6-4324-9513-2A14833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470470-BEA1-438C-8F4E-76E67B8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6A6D4D-E6A8-4015-9A15-DB5FE44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这是保存的单条真实 trace，不代表所有路线都会成功。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4EB465-4DD9-4272-9812-883B25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63901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逐路线结果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同开局下：相对 target GP 为 6 胜 2 平 3 负；固定 RGPE 为 6 胜 1 平 4 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e783d673c4567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0710e361d43f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证据强度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两次调用总体同为 6 / 2 / 3，但 4 条路线翻转正负号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7d05df26e415b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e56223a4945e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材料迁移案例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拒绝不可靠迁移后仍更早找到高值材料；单位语义错误 5 →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688f678734eab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9628a3dcdd4303"/>
          <a:srcRect xmlns:a="http://schemas.openxmlformats.org/drawingml/2006/main" l="0" t="1200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116EE-10E9-42CB-87E9-9FFCF69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现在能说什么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3BB4F-687E-41EA-880C-DA07741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2BAC-7B39-48DE-98FE-F217E9D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更适合前期提出方向，而不是长期接管优化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6B3D-8368-4946-B1A4-22E1178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85720-6F57-4F74-A324-0BFA22D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已经做到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C5FB-A495-4A31-9A88-FA2DD4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4F9C-2AAB-439F-AAAB-57819E2F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无泄漏 replay 与同预算对照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11 路线有正向信号；17 路线仍不确定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固定 Gate 在分离路线失效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单轮 LLM：6 路线均值 +0.61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871CA-3863-4F0F-AD47-D7F7723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还没有做到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DA0F-719B-4FB6-8EF4-3EE305D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1F36-5B20-49DF-BA94-2CB3D6E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每条路线足量、独立的 LLM 重复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窄且不跨 0 的确认区间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预先选型后稳定超过 transfer GP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前瞻 wet-lab 独立验证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01B4-FF74-43B9-836C-8662275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90A63-4DAD-4827-B80E-F6F73DC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C171-175C-4A68-B81C-6F3601C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新结果更新状态、GP 和假设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证据不足时可关闭 source transfer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不训练 LLM 模型权重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trace 尚未自动蒸馏为永久 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B1B0-A476-4A17-870B-B30AB15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E0A7A-9D50-4462-9357-1E2DF16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一句话：一次 LLM 语义决策后交回 GP，在分离路线中更稳；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但区间仍跨 0，不能说已经普遍提升。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BEB5A-896B-489B-8B8A-474FCA6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901578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F2D13-8B4E-4B7B-942E-F0FA256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6B19-68E6-44C5-A6F5-4D3CDD25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DFCA5-FB0C-4D8C-BF5E-A41CE46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独立重复、强 baseline 与前瞻验证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400FA-5A0E-4659-B4E5-4C74DFC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FD66-9A24-4FB5-87EB-78C973C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8B60-C303-4A01-91CE-F4D4DCA9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已冻结单轮 LLM 确认协议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AB801-3801-4E2F-AE79-F1F758E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43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6 路线 × 30 次；LLM 决策 1 轮，之后交回 GP；无 optional stopping。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05906-98D1-4B85-BCFA-0F82B22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8B28E-72F0-4690-AFB0-49ED1351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1CE00-BFA8-46C9-8F32-DCA9E42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重复强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BB517-456F-4165-946E-A92E539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并行重复 LLM、gated LLM、target GP、RGPE 与 multitask GP。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76C62-0456-403B-92BC-5458F97B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66283-39F4-451C-ADD9-AF6C526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DF158-CAA5-4D3F-8CC4-6B6B8C5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前瞻实验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931FF-9BA2-45C1-9F7B-E8B4190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完成至少一条真实 wet-lab / prospective campaign，直接比较样本效率。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788CB-DFEF-4297-A231-3BE4E36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6F96D-97D8-44DB-9E90-E481481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C505A-A3F2-429F-BC0A-B56CE68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机制与消融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63410-6840-4F49-83CD-46D28A3E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移除 source evidence、critic 或 gate，定位增益来自哪个模块。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01B31-7FA9-4847-B366-CCF2995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C0634-FE0A-4D42-8FDA-CDF1A31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21302-B7E0-4545-B48B-D4BDC88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开放复现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FA084-C0BF-4D28-B234-B18299B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公开代码、数据、完整 trace、模型版本、失败记录和精确统计口径。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0E354-0DEC-4E1D-B4DA-0E5B094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B2D73-A445-4401-9B98-BF6FC9E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20285024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从失败 Gate 到单轮 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分离路线：完整 LLM -1.06；阈值 Gate -1.97；单轮 LLM +0.61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6e8dde87041ab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cb55ef7d3424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2026-08-24T12:42:04.5850000Z</dcterms:created>
  <dcterms:modified xsi:type="dcterms:W3CDTF">2026-08-24T12:42:04.5850000Z</dcterms:modified>
</coreProperties>
</file>